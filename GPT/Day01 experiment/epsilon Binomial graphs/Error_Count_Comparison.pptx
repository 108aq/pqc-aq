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069b15bab34456" /><Relationship Type="http://schemas.openxmlformats.org/officeDocument/2006/relationships/extended-properties" Target="/docProps/app.xml" Id="R47b5be69656149ce" /><Relationship Type="http://schemas.openxmlformats.org/officeDocument/2006/relationships/officeDocument" Target="/ppt/presentation.xml" Id="Rb1831539951440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af03e42584ad8"/>
  </p:sldMasterIdLst>
  <p:notesMasterIdLst>
    <p:notesMasterId xmlns:r="http://schemas.openxmlformats.org/officeDocument/2006/relationships" r:id="R8d33169f79d64a89"/>
  </p:notesMasterIdLst>
  <p:sldIdLst>
    <p:sldId xmlns:r="http://schemas.openxmlformats.org/officeDocument/2006/relationships" id="256" r:id="R0eeea6ad64244b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345bb8f01c4dec" /><Relationship Type="http://schemas.openxmlformats.org/officeDocument/2006/relationships/slideMaster" Target="/ppt/slideMasters/slideMaster1.xml" Id="Rad2af03e42584ad8" /><Relationship Type="http://schemas.openxmlformats.org/officeDocument/2006/relationships/notesMaster" Target="/ppt/notesMasters/notesMaster1.xml" Id="R8d33169f79d64a89" /><Relationship Type="http://schemas.openxmlformats.org/officeDocument/2006/relationships/presProps" Target="/ppt/presProps.xml" Id="R043a1597fb9d458e" /><Relationship Type="http://schemas.openxmlformats.org/officeDocument/2006/relationships/tableStyles" Target="/ppt/tableStyles.xml" Id="Rd0e074ee0ad44fc0" /><Relationship Type="http://schemas.openxmlformats.org/officeDocument/2006/relationships/slide" Target="/ppt/slides/slide1.xml" Id="R0eeea6ad64244b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1d6fa1fd2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6ae34406f48a8" /><Relationship Type="http://schemas.openxmlformats.org/officeDocument/2006/relationships/notesMaster" Target="/ppt/notesMasters/notesMaster1.xml" Id="R9c86c1e289df4d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Reproduction of the binomial error-count graph on slide 05 of the expert seminar, with ε=0.5, 0.25 and 0.7 in the requested order. Keep m=20. Each height is Pr(W=k)=binom(20,k) ε^k (1−ε)^(20−k). Every count from 0 to 20 is shown. Expected values are 10,5,14. Variances are 5,3.75,4.2. Probabilities are computed analytically, not simulated. Native chart values use 12 significant digits. The original seminar file remains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41a9123714c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fa2bfcba744dec" /><Relationship Type="http://schemas.openxmlformats.org/officeDocument/2006/relationships/slideLayout" Target="/ppt/slideLayouts/slideLayout1.xml" Id="Rf8191dff4d5d40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191dff4d5d40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63ae8e12c48bf" /><Relationship Type="http://schemas.openxmlformats.org/officeDocument/2006/relationships/chart" Target="/ppt/slides/charts/chart1.xml" Id="Rb0b1f31d68f7437f" /><Relationship Type="http://schemas.openxmlformats.org/officeDocument/2006/relationships/chart" Target="/ppt/slides/charts/chart2.xml" Id="R007b70d409bb41d0" /><Relationship Type="http://schemas.openxmlformats.org/officeDocument/2006/relationships/chart" Target="/ppt/slides/charts/chart3.xml" Id="R9b7eef7a1cff460e" /><Relationship Type="http://schemas.openxmlformats.org/officeDocument/2006/relationships/notesSlide" Target="/ppt/notesSlides/notesSlide1.xml" Id="Rf591d3e93560470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 xmlns:a="http://schemas.openxmlformats.org/drawingml/2006/main">
              <a:srgbClr val="087F82"/>
            </a:solidFill>
          </c:spPr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Number of flipped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CBD5D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BD5D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 xmlns:a="http://schemas.openxmlformats.org/drawingml/2006/main">
              <a:srgbClr val="112F43"/>
            </a:solidFill>
          </c:spPr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0.00317121193893</c:v>
                </c:pt>
                <c:pt idx="1">
                  <c:v>0.0211414129262</c:v>
                </c:pt>
                <c:pt idx="2">
                  <c:v>0.0669478075997</c:v>
                </c:pt>
                <c:pt idx="3">
                  <c:v>0.133895615199</c:v>
                </c:pt>
                <c:pt idx="4">
                  <c:v>0.189685454866</c:v>
                </c:pt>
                <c:pt idx="5">
                  <c:v>0.202331151857</c:v>
                </c:pt>
                <c:pt idx="6">
                  <c:v>0.168609293214</c:v>
                </c:pt>
                <c:pt idx="7">
                  <c:v>0.112406195476</c:v>
                </c:pt>
                <c:pt idx="8">
                  <c:v>0.0608866892162</c:v>
                </c:pt>
                <c:pt idx="9">
                  <c:v>0.0270607507628</c:v>
                </c:pt>
                <c:pt idx="10">
                  <c:v>0.00992227527968</c:v>
                </c:pt>
                <c:pt idx="11">
                  <c:v>0.00300675008475</c:v>
                </c:pt>
                <c:pt idx="12">
                  <c:v>0.000751687521188</c:v>
                </c:pt>
                <c:pt idx="13">
                  <c:v>0.000154192312039</c:v>
                </c:pt>
                <c:pt idx="14">
                  <c:v>2.56987186731E-05</c:v>
                </c:pt>
                <c:pt idx="15">
                  <c:v>3.42649582308E-06</c:v>
                </c:pt>
                <c:pt idx="16">
                  <c:v>3.56926648237E-07</c:v>
                </c:pt>
                <c:pt idx="17">
                  <c:v>2.79942469206E-08</c:v>
                </c:pt>
                <c:pt idx="18">
                  <c:v>1.55523594003E-09</c:v>
                </c:pt>
                <c:pt idx="19">
                  <c:v>5.45696821064E-11</c:v>
                </c:pt>
                <c:pt idx="20">
                  <c:v>9.09494701773E-13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Number of flipped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CBD5D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BD5D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Probability</c:v>
          </c:tx>
          <c:spPr>
            <a:solidFill xmlns:a="http://schemas.openxmlformats.org/drawingml/2006/main">
              <a:srgbClr val="CB5D4D"/>
            </a:solidFill>
          </c:spPr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3.486784401E-11</c:v>
                </c:pt>
                <c:pt idx="1">
                  <c:v>1.6271660538E-09</c:v>
                </c:pt>
                <c:pt idx="2">
                  <c:v>3.60688475259E-08</c:v>
                </c:pt>
                <c:pt idx="3">
                  <c:v>5.04963865363E-07</c:v>
                </c:pt>
                <c:pt idx="4">
                  <c:v>5.00755833151E-06</c:v>
                </c:pt>
                <c:pt idx="5">
                  <c:v>3.73897688753E-05</c:v>
                </c:pt>
                <c:pt idx="6">
                  <c:v>0.000218106985106</c:v>
                </c:pt>
                <c:pt idx="7">
                  <c:v>0.00101783259716</c:v>
                </c:pt>
                <c:pt idx="8">
                  <c:v>0.0038592819309</c:v>
                </c:pt>
                <c:pt idx="9">
                  <c:v>0.0120066548961</c:v>
                </c:pt>
                <c:pt idx="10">
                  <c:v>0.0308170809001</c:v>
                </c:pt>
                <c:pt idx="11">
                  <c:v>0.0653695655456</c:v>
                </c:pt>
                <c:pt idx="12">
                  <c:v>0.114396739705</c:v>
                </c:pt>
                <c:pt idx="13">
                  <c:v>0.164261985217</c:v>
                </c:pt>
                <c:pt idx="14">
                  <c:v>0.191638982753</c:v>
                </c:pt>
                <c:pt idx="15">
                  <c:v>0.17886305057</c:v>
                </c:pt>
                <c:pt idx="16">
                  <c:v>0.130420974374</c:v>
                </c:pt>
                <c:pt idx="17">
                  <c:v>0.0716036722053</c:v>
                </c:pt>
                <c:pt idx="18">
                  <c:v>0.0278458725243</c:v>
                </c:pt>
                <c:pt idx="19">
                  <c:v>0.00683933711122</c:v>
                </c:pt>
                <c:pt idx="20">
                  <c:v>0.000797922662976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Number of flipped bits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CBD5D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BD5D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61815-54B5-4618-ACBC-456C3EBE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Error count for three noise 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AE226-9C8E-47DE-A40B-D903313F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W = wt(e) ∼ Binomial(20, ε)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285750" y="1895475"/>
          <a:ext xmlns:a="http://schemas.openxmlformats.org/drawingml/2006/main" cx="3733800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b1f31d68f7437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C2776-FC16-45A1-862C-542559B2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811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ε = 0.5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7D20D-9D04-4CC4-90E3-5B16E101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F8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87F82"/>
                </a:solidFill>
                <a:latin typeface="Aptos"/>
                <a:ea typeface="Aptos"/>
                <a:cs typeface="Aptos"/>
              </a:rPr>
              <a:t>E[W] = 10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248150" y="1895475"/>
          <a:ext xmlns:a="http://schemas.openxmlformats.org/drawingml/2006/main" cx="3733800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7b70d409bb41d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09779-B6A9-4A61-9408-D9955EF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811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ε = 0.25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8450C-550E-4188-970E-20D04704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72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2F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2F43"/>
                </a:solidFill>
                <a:latin typeface="Aptos"/>
                <a:ea typeface="Aptos"/>
                <a:cs typeface="Aptos"/>
              </a:rPr>
              <a:t>E[W] = 5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8210550" y="1895475"/>
          <a:ext xmlns:a="http://schemas.openxmlformats.org/drawingml/2006/main" cx="3733800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7eef7a1cff460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DB086-0442-451E-946E-23940DB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ε = 0.7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44377-CB28-44F5-90B3-EDC12C68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72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B5D4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B5D4D"/>
                </a:solidFill>
                <a:latin typeface="Aptos"/>
                <a:ea typeface="Aptos"/>
                <a:cs typeface="Aptos"/>
              </a:rPr>
              <a:t>E[W] =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28B69-7232-498E-963F-E5A65D21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Probability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C6E28-71AE-4E06-90FA-C2A57BE9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A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66A74"/>
                </a:solidFill>
                <a:latin typeface="Aptos"/>
                <a:ea typeface="Aptos"/>
                <a:cs typeface="Aptos"/>
              </a:rPr>
              <a:t>m = 20 in every panel. All possible counts (0–20) use the same axes.</a:t>
            </a:r>
          </a:p>
        </p:txBody>
      </p:sp>
    </p:spTree>
    <p:extLst>
      <p:ext uri="{BB962C8B-B14F-4D97-AF65-F5344CB8AC3E}">
        <p14:creationId xmlns:p14="http://schemas.microsoft.com/office/powerpoint/2010/main" val="207894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2026-10-05T14:11:40.6120000Z</dcterms:created>
  <dcterms:modified xsi:type="dcterms:W3CDTF">2026-10-05T14:11:40.6120000Z</dcterms:modified>
</coreProperties>
</file>